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88" r:id="rId5"/>
    <p:sldId id="279" r:id="rId6"/>
    <p:sldId id="280" r:id="rId7"/>
    <p:sldId id="281" r:id="rId8"/>
    <p:sldId id="282" r:id="rId9"/>
    <p:sldId id="283" r:id="rId10"/>
    <p:sldId id="284" r:id="rId11"/>
    <p:sldId id="286" r:id="rId12"/>
    <p:sldId id="287" r:id="rId13"/>
    <p:sldId id="285" r:id="rId14"/>
    <p:sldId id="257" r:id="rId15"/>
    <p:sldId id="291" r:id="rId16"/>
    <p:sldId id="292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93" r:id="rId29"/>
    <p:sldId id="269" r:id="rId30"/>
    <p:sldId id="290" r:id="rId31"/>
    <p:sldId id="289" r:id="rId3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752C3-4B81-73E9-6F03-4B326C501502}" v="28" dt="2026-10-14T18:09:47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53BFE-885A-03DE-AE09-A06B616E1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FB6FA1-8133-6DA3-28A9-39B81CF29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59ACEC-7270-689D-27EB-B15E446B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1F68BB-F752-2431-1911-B1EB7AF0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9D5965-6863-51C2-E640-C51E317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321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6FC7D-63D1-D836-56BB-A345414C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5024B-1FD6-6706-C747-250AA275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0AA46-0D26-9AB5-ED06-F21414B3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1D46AE-CD33-63E1-D93E-EAEA70B6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88E261-18BE-64D0-E9DE-75683CE3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608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DA9B7-5011-7EC5-0BA3-6D3F5C53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71665D-DF9E-E8D0-E557-50F6CC67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A9CB0-A313-38DD-4341-A90DFD8E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738954-B65B-76F6-4B08-46F04A68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D6D3C-044D-F07F-45F1-3AD30CEA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89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5658-FA2E-787A-35E4-CDEC108D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FFE43-4D06-5229-09D3-7754C5DDA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09CDFF-C58E-53B3-6D96-8D666C444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5E9408-F957-7695-D023-DDC81792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BD6773-779B-368A-441F-AD2FD1DF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0853F6-3868-0C9D-BA21-84E96E2C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331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32CC8-55B2-2F0E-56AD-3821F4C1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E63FBF-4B0F-1D96-3594-0CBACFBE0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EB2DC2-05DE-056F-312A-F72F8B8B8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0F43F4-85BB-0686-0EFE-8614FCFF2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AB44C9-F023-DADB-6228-41DE904AE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E8B20D-2670-166E-5463-FDAD33A6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CD08FD-B7E0-DE06-552A-A22817B3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717960-AEED-9CF6-8622-8AC6C359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668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AD86C-9F5B-D9CB-2CD1-46E61660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0C4C57-51AD-BE15-20C4-86A0E040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66F21BD-5FF1-6B05-9030-A9E4FF87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0034E9-2B05-0EDC-059A-7291E1F4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69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CCC7E4-490C-D101-5571-2F6A0413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4FBD6-230D-140E-32A8-0AE33F45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1C852A-F2A0-C154-B10B-7D4EE0AE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893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C315E-34B8-4435-D9C7-5B130AF8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77F5B8-CCE8-F3CC-024A-44CDEBC2E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CDF8EF-A05C-DCB7-8BB2-81EE42E40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EEFAE3-AE61-D10B-2EBD-16CEC2FD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2D934C-743A-9A0B-3816-2D2F989C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16FDD9-725E-90A3-2E1D-29320B1F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498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6A85A-9EC1-1FCB-A68F-0CEF49C6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75DCB9-142C-6822-DFFD-0A94B2416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8C6981-2B68-3DEE-74A2-29FB1F465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31A00-C4D2-D817-0E81-58D705C1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E30AA6-947B-58B0-1066-DF8B80DB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F9BF0-3959-DE76-D75F-872CAA0F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037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C2C19-9BB6-A858-59CE-F3CEED24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17BA72-3036-EEE5-A011-FEE0D5F38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A0268-1FA6-3E0E-E81D-6DA45513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EE9275-EDD0-CA66-F4CE-EB2808F5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967805-109C-C4CB-C146-0E69AA37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350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A89CD-D830-F875-54C8-2F6BC6F6F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854620-1C45-36DC-1FC4-34EAFC99A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368D9F-89F9-4820-700D-1A9DA35E4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A2BD2C-19AE-42BE-3C12-C68CD685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072FF2-63C0-320C-10EE-DFACDC7A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297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A41806-6292-8245-85B3-6E7CEF73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97C99F-AD64-0212-77A6-110504CE3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CC5DED-A9DB-9C97-B156-3506C528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B397E-6663-4C5C-BD43-5D78F74D553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DBD46-DB51-D029-835A-052453AB6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2AA65D-8BC9-9ADC-481B-F6DD30F7F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BF162-2633-4CC8-8FB2-1C1A1F455AC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045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D51C28E7-C95C-BBFE-26B7-1D69B971B3E2}"/>
              </a:ext>
            </a:extLst>
          </p:cNvPr>
          <p:cNvSpPr txBox="1"/>
          <p:nvPr/>
        </p:nvSpPr>
        <p:spPr>
          <a:xfrm>
            <a:off x="847724" y="1392882"/>
            <a:ext cx="10106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bg1"/>
                </a:solidFill>
              </a:rPr>
              <a:t>DISE</a:t>
            </a:r>
            <a:r>
              <a:rPr lang="es-PE" sz="5400" b="1">
                <a:solidFill>
                  <a:schemeClr val="bg1"/>
                </a:solidFill>
              </a:rPr>
              <a:t>ÑO DE INFRAESTRUCTURA DE RED Y COMUNICACIÓN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1BF6B1-EAA7-F3D1-3D40-35D96D7F5387}"/>
              </a:ext>
            </a:extLst>
          </p:cNvPr>
          <p:cNvSpPr txBox="1"/>
          <p:nvPr/>
        </p:nvSpPr>
        <p:spPr>
          <a:xfrm>
            <a:off x="914399" y="4054555"/>
            <a:ext cx="962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>
                <a:solidFill>
                  <a:schemeClr val="bg1"/>
                </a:solidFill>
              </a:rPr>
              <a:t>Universidad Tecnológica de Lima – Sede SJL</a:t>
            </a:r>
          </a:p>
        </p:txBody>
      </p:sp>
    </p:spTree>
    <p:extLst>
      <p:ext uri="{BB962C8B-B14F-4D97-AF65-F5344CB8AC3E}">
        <p14:creationId xmlns:p14="http://schemas.microsoft.com/office/powerpoint/2010/main" val="417814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FAA89-9A1D-CC26-930F-CA50C04B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3" y="122808"/>
            <a:ext cx="3971925" cy="1325563"/>
          </a:xfrm>
        </p:spPr>
        <p:txBody>
          <a:bodyPr/>
          <a:lstStyle/>
          <a:p>
            <a:r>
              <a:rPr lang="es-PE" b="1">
                <a:solidFill>
                  <a:schemeClr val="bg1"/>
                </a:solidFill>
              </a:rPr>
              <a:t>INTEGRANTES: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DD4153-61BD-4DA0-75C3-DC13BC1C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48" y="1448371"/>
            <a:ext cx="5419725" cy="2727325"/>
          </a:xfrm>
        </p:spPr>
        <p:txBody>
          <a:bodyPr/>
          <a:lstStyle/>
          <a:p>
            <a:r>
              <a:rPr lang="es-PE">
                <a:solidFill>
                  <a:schemeClr val="bg1"/>
                </a:solidFill>
              </a:rPr>
              <a:t>Luis Enrico Alberca Munive </a:t>
            </a:r>
          </a:p>
          <a:p>
            <a:r>
              <a:rPr lang="es-PE">
                <a:solidFill>
                  <a:schemeClr val="bg1"/>
                </a:solidFill>
              </a:rPr>
              <a:t>Jaime Manuel Arevalo Villano</a:t>
            </a:r>
          </a:p>
          <a:p>
            <a:r>
              <a:rPr lang="es-PE">
                <a:solidFill>
                  <a:schemeClr val="bg1"/>
                </a:solidFill>
              </a:rPr>
              <a:t>Juan Diego Iman Juárez</a:t>
            </a:r>
          </a:p>
          <a:p>
            <a:r>
              <a:rPr lang="es-PE">
                <a:solidFill>
                  <a:schemeClr val="bg1"/>
                </a:solidFill>
              </a:rPr>
              <a:t>Moisés Hamacto Guadalupe</a:t>
            </a:r>
          </a:p>
          <a:p>
            <a:r>
              <a:rPr lang="es-PE">
                <a:solidFill>
                  <a:schemeClr val="bg1"/>
                </a:solidFill>
              </a:rPr>
              <a:t>Walinn Paredes Pari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49B4D5-1364-C167-2B26-D434782E51F2}"/>
              </a:ext>
            </a:extLst>
          </p:cNvPr>
          <p:cNvSpPr txBox="1"/>
          <p:nvPr/>
        </p:nvSpPr>
        <p:spPr>
          <a:xfrm>
            <a:off x="819149" y="4329874"/>
            <a:ext cx="5086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>
                <a:solidFill>
                  <a:schemeClr val="bg1"/>
                </a:solidFill>
              </a:rPr>
              <a:t>PROFESOR: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C38214-4EE7-BC0F-C747-71926B93E497}"/>
              </a:ext>
            </a:extLst>
          </p:cNvPr>
          <p:cNvSpPr txBox="1"/>
          <p:nvPr/>
        </p:nvSpPr>
        <p:spPr>
          <a:xfrm>
            <a:off x="923923" y="5239649"/>
            <a:ext cx="5648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>
                <a:solidFill>
                  <a:schemeClr val="bg1"/>
                </a:solidFill>
              </a:rPr>
              <a:t>Paul Harry Rivas Galloso</a:t>
            </a:r>
          </a:p>
        </p:txBody>
      </p:sp>
    </p:spTree>
    <p:extLst>
      <p:ext uri="{BB962C8B-B14F-4D97-AF65-F5344CB8AC3E}">
        <p14:creationId xmlns:p14="http://schemas.microsoft.com/office/powerpoint/2010/main" val="389721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273B07-FDE8-0221-C9CA-2E437699F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50" y="-1"/>
            <a:ext cx="6457950" cy="6858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F3AEF54-3528-FB55-1B38-A4CE429510AA}"/>
              </a:ext>
            </a:extLst>
          </p:cNvPr>
          <p:cNvSpPr txBox="1"/>
          <p:nvPr/>
        </p:nvSpPr>
        <p:spPr>
          <a:xfrm>
            <a:off x="858415" y="2099389"/>
            <a:ext cx="40308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800" b="1"/>
              <a:t>Contexto y </a:t>
            </a:r>
          </a:p>
          <a:p>
            <a:r>
              <a:rPr lang="es-PE" sz="4800" b="1"/>
              <a:t>Diagnostico </a:t>
            </a:r>
          </a:p>
          <a:p>
            <a:r>
              <a:rPr lang="es-PE" sz="4800" b="1"/>
              <a:t>general </a:t>
            </a:r>
          </a:p>
        </p:txBody>
      </p:sp>
    </p:spTree>
    <p:extLst>
      <p:ext uri="{BB962C8B-B14F-4D97-AF65-F5344CB8AC3E}">
        <p14:creationId xmlns:p14="http://schemas.microsoft.com/office/powerpoint/2010/main" val="145924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BA5FBDC-DD0C-2EF2-B463-3EDCEEF1F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7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606D77-C1BA-8FF9-F6E2-C871B6A8A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996" y="-1"/>
            <a:ext cx="6463004" cy="6858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AF4215-5A82-C91F-E88C-75D1E6C6F176}"/>
              </a:ext>
            </a:extLst>
          </p:cNvPr>
          <p:cNvSpPr txBox="1"/>
          <p:nvPr/>
        </p:nvSpPr>
        <p:spPr>
          <a:xfrm>
            <a:off x="858417" y="2397967"/>
            <a:ext cx="4627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800" b="1"/>
              <a:t>Diagrama de Arquitectura</a:t>
            </a:r>
          </a:p>
        </p:txBody>
      </p:sp>
    </p:spTree>
    <p:extLst>
      <p:ext uri="{BB962C8B-B14F-4D97-AF65-F5344CB8AC3E}">
        <p14:creationId xmlns:p14="http://schemas.microsoft.com/office/powerpoint/2010/main" val="23988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37E03B-CDE5-D299-FFDF-464B6D91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7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5190471-F8DF-986E-32F8-CDB12F1C7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252" y="0"/>
            <a:ext cx="6201747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C0E1966-4DD0-0841-6277-F2867AC2EF91}"/>
              </a:ext>
            </a:extLst>
          </p:cNvPr>
          <p:cNvSpPr txBox="1"/>
          <p:nvPr/>
        </p:nvSpPr>
        <p:spPr>
          <a:xfrm>
            <a:off x="295468" y="2448227"/>
            <a:ext cx="55268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800" b="1"/>
              <a:t>Especificaciones</a:t>
            </a:r>
          </a:p>
          <a:p>
            <a:r>
              <a:rPr lang="es-PE" sz="4800" b="1"/>
              <a:t>Técnicas</a:t>
            </a:r>
            <a:endParaRPr lang="es-PE" sz="5400" b="1"/>
          </a:p>
        </p:txBody>
      </p:sp>
    </p:spTree>
    <p:extLst>
      <p:ext uri="{BB962C8B-B14F-4D97-AF65-F5344CB8AC3E}">
        <p14:creationId xmlns:p14="http://schemas.microsoft.com/office/powerpoint/2010/main" val="199150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D31170-92BE-1226-6491-6C18C2AD0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9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3293EA-9BD2-AD8F-73CC-37DFAADD4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624" y="0"/>
            <a:ext cx="6332376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8DB6AB1-76C7-2516-80CE-7951D5512583}"/>
              </a:ext>
            </a:extLst>
          </p:cNvPr>
          <p:cNvSpPr txBox="1"/>
          <p:nvPr/>
        </p:nvSpPr>
        <p:spPr>
          <a:xfrm>
            <a:off x="475860" y="2565546"/>
            <a:ext cx="50851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/>
              <a:t>Estándares de Red </a:t>
            </a:r>
          </a:p>
          <a:p>
            <a:r>
              <a:rPr lang="es-PE" sz="4400" b="1"/>
              <a:t>Aplicados </a:t>
            </a:r>
          </a:p>
        </p:txBody>
      </p:sp>
    </p:spTree>
    <p:extLst>
      <p:ext uri="{BB962C8B-B14F-4D97-AF65-F5344CB8AC3E}">
        <p14:creationId xmlns:p14="http://schemas.microsoft.com/office/powerpoint/2010/main" val="81888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4D229C-12C9-E1A2-8EE0-DF1A8E8AC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9" y="332403"/>
            <a:ext cx="11010122" cy="619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0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AEBC424-067C-AAED-91DF-74C8813CB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73" y="0"/>
            <a:ext cx="650032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8BB4F5C-8233-45F9-D510-EF5A514640B6}"/>
              </a:ext>
            </a:extLst>
          </p:cNvPr>
          <p:cNvSpPr txBox="1"/>
          <p:nvPr/>
        </p:nvSpPr>
        <p:spPr>
          <a:xfrm>
            <a:off x="727788" y="2405353"/>
            <a:ext cx="45253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/>
              <a:t>Diagrama </a:t>
            </a:r>
          </a:p>
          <a:p>
            <a:r>
              <a:rPr lang="es-PE" sz="4400" b="1"/>
              <a:t>Lógico de LAN</a:t>
            </a:r>
          </a:p>
        </p:txBody>
      </p:sp>
    </p:spTree>
    <p:extLst>
      <p:ext uri="{BB962C8B-B14F-4D97-AF65-F5344CB8AC3E}">
        <p14:creationId xmlns:p14="http://schemas.microsoft.com/office/powerpoint/2010/main" val="2240211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BF07E9-D09C-FFB4-CA86-AE755442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1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4F5C99-EFEF-799D-B736-5E5A13647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326" y="0"/>
            <a:ext cx="6453673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E6D89FD-C59F-134B-FE59-4AB7EAFDF6BF}"/>
              </a:ext>
            </a:extLst>
          </p:cNvPr>
          <p:cNvSpPr txBox="1"/>
          <p:nvPr/>
        </p:nvSpPr>
        <p:spPr>
          <a:xfrm>
            <a:off x="466529" y="2612573"/>
            <a:ext cx="5393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b="1"/>
              <a:t>VLANS y Direccionamiento IP</a:t>
            </a:r>
          </a:p>
        </p:txBody>
      </p:sp>
    </p:spTree>
    <p:extLst>
      <p:ext uri="{BB962C8B-B14F-4D97-AF65-F5344CB8AC3E}">
        <p14:creationId xmlns:p14="http://schemas.microsoft.com/office/powerpoint/2010/main" val="4209119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85F9844-E3BA-CB9A-551B-F0CD58D05475}"/>
              </a:ext>
            </a:extLst>
          </p:cNvPr>
          <p:cNvSpPr txBox="1"/>
          <p:nvPr/>
        </p:nvSpPr>
        <p:spPr>
          <a:xfrm>
            <a:off x="520959" y="625151"/>
            <a:ext cx="9703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/>
              <a:t>Direccionamiento y VLANS – PABELLON 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9F85382-2B59-5274-018D-46AC4ECCA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1369036"/>
            <a:ext cx="1137285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1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7DD6-D908-68AA-97D4-4F8DF556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18" y="1017652"/>
            <a:ext cx="10515600" cy="745217"/>
          </a:xfrm>
        </p:spPr>
        <p:txBody>
          <a:bodyPr>
            <a:normAutofit fontScale="90000"/>
          </a:bodyPr>
          <a:lstStyle/>
          <a:p>
            <a:r>
              <a:rPr lang="es-PE" sz="3200"/>
              <a:t>Direccionamiento y VLANS – PABELLON B</a:t>
            </a:r>
            <a:br>
              <a:rPr lang="es-PE" sz="3200"/>
            </a:br>
            <a:endParaRPr lang="es-PE" sz="320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B01C66-6261-D18A-941E-5A34DBEC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652"/>
            <a:ext cx="12192000" cy="305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6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F1BCD6A-A63C-92AB-B143-D0034EF1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9E04B34-B6A5-13F4-FE89-25497AC82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955" y="0"/>
            <a:ext cx="6323045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506654A-E8B5-55C1-7762-05D31B5C29EF}"/>
              </a:ext>
            </a:extLst>
          </p:cNvPr>
          <p:cNvSpPr txBox="1"/>
          <p:nvPr/>
        </p:nvSpPr>
        <p:spPr>
          <a:xfrm>
            <a:off x="793100" y="2664176"/>
            <a:ext cx="4385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800" b="1"/>
              <a:t>Diagrama WAN</a:t>
            </a:r>
          </a:p>
        </p:txBody>
      </p:sp>
    </p:spTree>
    <p:extLst>
      <p:ext uri="{BB962C8B-B14F-4D97-AF65-F5344CB8AC3E}">
        <p14:creationId xmlns:p14="http://schemas.microsoft.com/office/powerpoint/2010/main" val="3735345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601AB700-FDAD-99F2-D1F9-A448FB51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6525"/>
            <a:ext cx="12192000" cy="40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31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6930A39-4257-B005-9100-A57B7E9A3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433" y="0"/>
            <a:ext cx="681756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EF56CB6-707E-FD6C-79BF-11864D90CA87}"/>
              </a:ext>
            </a:extLst>
          </p:cNvPr>
          <p:cNvSpPr txBox="1"/>
          <p:nvPr/>
        </p:nvSpPr>
        <p:spPr>
          <a:xfrm>
            <a:off x="531845" y="2230016"/>
            <a:ext cx="43667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b="1"/>
              <a:t>Protocolos de enrutamiento y Direccionamiento</a:t>
            </a:r>
          </a:p>
        </p:txBody>
      </p:sp>
    </p:spTree>
    <p:extLst>
      <p:ext uri="{BB962C8B-B14F-4D97-AF65-F5344CB8AC3E}">
        <p14:creationId xmlns:p14="http://schemas.microsoft.com/office/powerpoint/2010/main" val="117719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8101CE4A-2B13-E455-BAF7-680E65B6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0850"/>
            <a:ext cx="121920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68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D9D666-40C4-5F5F-8155-B9C9E9B99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640" y="0"/>
            <a:ext cx="6388359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2096AF3-6B82-21BB-71E2-966A20E74E85}"/>
              </a:ext>
            </a:extLst>
          </p:cNvPr>
          <p:cNvSpPr txBox="1"/>
          <p:nvPr/>
        </p:nvSpPr>
        <p:spPr>
          <a:xfrm>
            <a:off x="737118" y="2444620"/>
            <a:ext cx="43480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/>
              <a:t>Servicios </a:t>
            </a:r>
          </a:p>
          <a:p>
            <a:r>
              <a:rPr lang="es-PE" sz="4400" b="1"/>
              <a:t>Internos de Red</a:t>
            </a:r>
          </a:p>
        </p:txBody>
      </p:sp>
    </p:spTree>
    <p:extLst>
      <p:ext uri="{BB962C8B-B14F-4D97-AF65-F5344CB8AC3E}">
        <p14:creationId xmlns:p14="http://schemas.microsoft.com/office/powerpoint/2010/main" val="329029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57ED7D9-9D78-7AFF-CDE0-333865FF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375"/>
            <a:ext cx="12192000" cy="51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6A37E7-69BA-62A0-B646-B0C9E1020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0" y="0"/>
            <a:ext cx="640702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917048E-EC99-A5E0-D012-318DE4462D27}"/>
              </a:ext>
            </a:extLst>
          </p:cNvPr>
          <p:cNvSpPr txBox="1"/>
          <p:nvPr/>
        </p:nvSpPr>
        <p:spPr>
          <a:xfrm>
            <a:off x="634482" y="2509934"/>
            <a:ext cx="47492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b="1"/>
              <a:t>Servicios publicados de Red</a:t>
            </a:r>
          </a:p>
        </p:txBody>
      </p:sp>
    </p:spTree>
    <p:extLst>
      <p:ext uri="{BB962C8B-B14F-4D97-AF65-F5344CB8AC3E}">
        <p14:creationId xmlns:p14="http://schemas.microsoft.com/office/powerpoint/2010/main" val="685321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379641-46AC-7611-6E53-461112D28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46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1865337-711A-03AC-EC81-8D9D0A8FCB57}"/>
              </a:ext>
            </a:extLst>
          </p:cNvPr>
          <p:cNvSpPr txBox="1"/>
          <p:nvPr/>
        </p:nvSpPr>
        <p:spPr>
          <a:xfrm>
            <a:off x="1119674" y="2230016"/>
            <a:ext cx="40961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/>
              <a:t>Seguridad y </a:t>
            </a:r>
          </a:p>
          <a:p>
            <a:r>
              <a:rPr lang="es-PE" sz="4400" b="1"/>
              <a:t>Control de Acceso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DCB67A-6E4D-F873-11AB-7F42ACE25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71" y="0"/>
            <a:ext cx="6379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54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AE3935D-D672-CD7D-24C2-03680CFA4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12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2AD124F-25D4-0797-D59B-CB8033738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641" y="0"/>
            <a:ext cx="6388359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77127A5-0234-3397-179A-712FD04279A7}"/>
              </a:ext>
            </a:extLst>
          </p:cNvPr>
          <p:cNvSpPr txBox="1"/>
          <p:nvPr/>
        </p:nvSpPr>
        <p:spPr>
          <a:xfrm>
            <a:off x="867747" y="2500604"/>
            <a:ext cx="43200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/>
              <a:t>Selección de Equipos de Red</a:t>
            </a:r>
          </a:p>
        </p:txBody>
      </p:sp>
    </p:spTree>
    <p:extLst>
      <p:ext uri="{BB962C8B-B14F-4D97-AF65-F5344CB8AC3E}">
        <p14:creationId xmlns:p14="http://schemas.microsoft.com/office/powerpoint/2010/main" val="1147738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88FACF14-3F44-8B4A-AD9A-7F8A02180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75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02EE192-C042-04A3-C633-5F00F6FE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8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B9AD3D3F-58A7-187D-8265-548E0F49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67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7542E56-EBE9-DBFB-6B13-0963ACD8C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97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Tema de Office</vt:lpstr>
      <vt:lpstr>PowerPoint Presentation</vt:lpstr>
      <vt:lpstr>INTEGRANTES: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Direccionamiento y VLANS – PABELLON B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MANUEL AREVALO VILLANO</dc:creator>
  <cp:revision>18</cp:revision>
  <dcterms:created xsi:type="dcterms:W3CDTF">2026-10-08T16:08:01Z</dcterms:created>
  <dcterms:modified xsi:type="dcterms:W3CDTF">2026-10-14T22:04:12Z</dcterms:modified>
</cp:coreProperties>
</file>